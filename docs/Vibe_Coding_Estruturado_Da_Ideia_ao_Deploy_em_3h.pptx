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9b-4482-8620-8000-0000c1cecc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b0-b7e2-8456-8000-0000ddd7ba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b6-6ac2-8ad4-8000-0000b684d3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ad-6f62-8f45-8000-00009d52aa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b1-cb62-8e82-8000-0000824d57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ae-09b2-81a8-8000-0000e5099f4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c3-a972-8ee4-8000-00001a26d5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c2-bd62-8c61-8000-00002aecc8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d0-cea2-81d2-8000-00004df361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ca-9762-8a2b-8000-0000328c02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c6-9fc2-8a62-8000-000019a9f6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de-e6d2-85d1-8000-0000914d91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e5-d7c2-86a7-8000-0000c0f6a5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dd-4972-8e1a-8000-0000db1d92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e4-90a2-806a-8000-0000ad9f3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e1-92a2-83d4-8000-0000eace2b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fd-8062-85ab-8000-00002d10ba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ff-a9c2-8aa0-8000-0000951ea2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f6-cbe2-80f3-8000-00001e8539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fe-9292-8709-8000-00002fc0c9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bf7-5fa2-8cf2-8000-00000e9b88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11-fb22-84c8-8000-0000c76c59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0a-b7a2-8e35-8000-00000f71a5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0d-9332-8543-8000-00004fc747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12-1f22-8340-8000-00008e51d2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17-09d2-8d5e-8000-0000134fe3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24-7ae2-83b7-8000-0000c0532d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29-dfb2-889b-8000-000036c7ed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2b-9f42-845b-8000-0000df16e5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1c25-03c2-81c5-8000-00007bc69a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Estruturado: Da Ideia ao Deploy em 3h</dc:title>
  <dc:subject>Vibe Coding Estruturado: Da Ideia ao Deploy em 3h</dc:subject>
  <dc:creator>Kimi</dc:creator>
  <cp:lastModifiedBy>Kimi</cp:lastModifiedBy>
  <cp:revision>1</cp:revision>
  <dcterms:created xsi:type="dcterms:W3CDTF">2025-12-03T01:17:29Z</dcterms:created>
  <dcterms:modified xsi:type="dcterms:W3CDTF">2025-12-03T01:17:29Z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{"Label":"Vibe Coding Estruturado: Da Ideia ao Deploy em 3h","ContentProducer":"001191110108MACG2KBH8F10000","ProduceID":"d4nomqnaa0v0r8jgmkug","ReservedCode1":"","ContentPropagator":"001191110108MACG2KBH8F20000","PropagateID":"d4nomqnaa0v0r8jgmkug","ReservedCode2":""}</vt:lpwstr>
  </property>
</Properties>
</file>